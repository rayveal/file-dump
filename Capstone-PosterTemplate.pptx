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3891200" cy="29260800"/>
  <p:notesSz cx="6858000" cy="9144000"/>
  <p:defaultTextStyle>
    <a:defPPr>
      <a:defRPr lang="en-US"/>
    </a:defPPr>
    <a:lvl1pPr marL="0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1pPr>
    <a:lvl2pPr marL="1755648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2pPr>
    <a:lvl3pPr marL="3511296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3pPr>
    <a:lvl4pPr marL="5266944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4pPr>
    <a:lvl5pPr marL="7022592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5pPr>
    <a:lvl6pPr marL="8778240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6pPr>
    <a:lvl7pPr marL="10533888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7pPr>
    <a:lvl8pPr marL="12289536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8pPr>
    <a:lvl9pPr marL="14045184" algn="l" defTabSz="3511296" rtl="0" eaLnBrk="1" latinLnBrk="0" hangingPunct="1">
      <a:defRPr sz="69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16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1"/>
    <p:restoredTop sz="94558"/>
  </p:normalViewPr>
  <p:slideViewPr>
    <p:cSldViewPr snapToGrid="0" snapToObjects="1">
      <p:cViewPr varScale="1">
        <p:scale>
          <a:sx n="25" d="100"/>
          <a:sy n="25" d="100"/>
        </p:scale>
        <p:origin x="1542" y="42"/>
      </p:cViewPr>
      <p:guideLst>
        <p:guide orient="horz" pos="9216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A1BFB4-DDC3-E148-B9B4-30ACCA01BD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3891200" cy="29260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6EF0CD-9178-624B-86E9-DB4B214C2D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891200" cy="29260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20F502-8C78-564D-BB5C-239FCB7A02C0}"/>
              </a:ext>
            </a:extLst>
          </p:cNvPr>
          <p:cNvSpPr/>
          <p:nvPr userDrawn="1"/>
        </p:nvSpPr>
        <p:spPr>
          <a:xfrm>
            <a:off x="1092201" y="186266"/>
            <a:ext cx="1092200" cy="455507"/>
          </a:xfrm>
          <a:prstGeom prst="rect">
            <a:avLst/>
          </a:prstGeom>
          <a:solidFill>
            <a:srgbClr val="1A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orbel" panose="020B0503020204020204" pitchFamily="34" charset="0"/>
                <a:cs typeface="Arial" panose="020B0604020202020204" pitchFamily="34" charset="0"/>
              </a:rPr>
              <a:t>2022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E25CB-8E55-417C-8672-2D1D292881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7690245" cy="215276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16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3901470" rtl="0" eaLnBrk="1" latinLnBrk="0" hangingPunct="1">
        <a:lnSpc>
          <a:spcPct val="90000"/>
        </a:lnSpc>
        <a:spcBef>
          <a:spcPct val="0"/>
        </a:spcBef>
        <a:buNone/>
        <a:defRPr sz="187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368" indent="-975368" algn="l" defTabSz="3901470" rtl="0" eaLnBrk="1" latinLnBrk="0" hangingPunct="1">
        <a:lnSpc>
          <a:spcPct val="90000"/>
        </a:lnSpc>
        <a:spcBef>
          <a:spcPts val="4267"/>
        </a:spcBef>
        <a:buFont typeface="Arial" panose="020B0604020202020204" pitchFamily="34" charset="0"/>
        <a:buChar char="•"/>
        <a:defRPr sz="11947" kern="1200">
          <a:solidFill>
            <a:schemeClr val="tx1"/>
          </a:solidFill>
          <a:latin typeface="+mn-lt"/>
          <a:ea typeface="+mn-ea"/>
          <a:cs typeface="+mn-cs"/>
        </a:defRPr>
      </a:lvl1pPr>
      <a:lvl2pPr marL="2926103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10240" kern="1200">
          <a:solidFill>
            <a:schemeClr val="tx1"/>
          </a:solidFill>
          <a:latin typeface="+mn-lt"/>
          <a:ea typeface="+mn-ea"/>
          <a:cs typeface="+mn-cs"/>
        </a:defRPr>
      </a:lvl2pPr>
      <a:lvl3pPr marL="4876838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8533" kern="1200">
          <a:solidFill>
            <a:schemeClr val="tx1"/>
          </a:solidFill>
          <a:latin typeface="+mn-lt"/>
          <a:ea typeface="+mn-ea"/>
          <a:cs typeface="+mn-cs"/>
        </a:defRPr>
      </a:lvl3pPr>
      <a:lvl4pPr marL="6827573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8778309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10729044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2679779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514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6581250" indent="-975368" algn="l" defTabSz="390147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1pPr>
      <a:lvl2pPr marL="1950735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901470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3pPr>
      <a:lvl4pPr marL="5852206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7802941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9753676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1704411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3655147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5605882" algn="l" defTabSz="3901470" rtl="0" eaLnBrk="1" latinLnBrk="0" hangingPunct="1"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40755" y="8500930"/>
            <a:ext cx="84571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rial"/>
                <a:cs typeface="Arial"/>
              </a:rPr>
              <a:t>Header</a:t>
            </a:r>
          </a:p>
          <a:p>
            <a:r>
              <a:rPr lang="en-US" sz="2800" dirty="0">
                <a:latin typeface="Arial"/>
                <a:cs typeface="Arial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25624" y="8500930"/>
            <a:ext cx="84571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rial"/>
                <a:cs typeface="Arial"/>
              </a:rPr>
              <a:t>Header</a:t>
            </a:r>
          </a:p>
          <a:p>
            <a:r>
              <a:rPr lang="en-US" sz="2800" dirty="0">
                <a:latin typeface="Arial"/>
                <a:cs typeface="Arial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95038" y="8500930"/>
            <a:ext cx="84571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rial"/>
                <a:cs typeface="Arial"/>
              </a:rPr>
              <a:t>Header</a:t>
            </a:r>
          </a:p>
          <a:p>
            <a:r>
              <a:rPr lang="en-US" sz="2800" dirty="0">
                <a:latin typeface="Arial"/>
                <a:cs typeface="Arial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93315" y="8500930"/>
            <a:ext cx="84571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noFill/>
                  <a:prstDash val="dot"/>
                </a:ln>
                <a:latin typeface="Arial"/>
                <a:cs typeface="Arial"/>
              </a:rPr>
              <a:t>Header</a:t>
            </a:r>
          </a:p>
          <a:p>
            <a:r>
              <a:rPr lang="en-US" sz="2800" dirty="0">
                <a:ln>
                  <a:noFill/>
                  <a:prstDash val="dot"/>
                </a:ln>
                <a:latin typeface="Arial"/>
                <a:cs typeface="Arial"/>
              </a:rPr>
              <a:t>Summary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2232891" y="8154563"/>
            <a:ext cx="0" cy="15932885"/>
          </a:xfrm>
          <a:prstGeom prst="line">
            <a:avLst/>
          </a:prstGeom>
          <a:ln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960033" y="8154563"/>
            <a:ext cx="0" cy="15932885"/>
          </a:xfrm>
          <a:prstGeom prst="line">
            <a:avLst/>
          </a:prstGeom>
          <a:ln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1629447" y="8154563"/>
            <a:ext cx="0" cy="15932885"/>
          </a:xfrm>
          <a:prstGeom prst="line">
            <a:avLst/>
          </a:prstGeom>
          <a:ln>
            <a:solidFill>
              <a:srgbClr val="00000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40755" y="3220399"/>
            <a:ext cx="3760968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0" b="1" dirty="0">
                <a:latin typeface="Arial"/>
                <a:cs typeface="Arial"/>
              </a:rPr>
              <a:t>[Project Title]</a:t>
            </a:r>
          </a:p>
          <a:p>
            <a:endParaRPr lang="en-US" sz="2400" b="1" dirty="0">
              <a:latin typeface="Arial"/>
              <a:cs typeface="Arial"/>
            </a:endParaRPr>
          </a:p>
          <a:p>
            <a:r>
              <a:rPr lang="en-US" sz="3600" b="1">
                <a:solidFill>
                  <a:srgbClr val="3C3C3B"/>
                </a:solidFill>
                <a:latin typeface="Arial"/>
                <a:cs typeface="Arial"/>
              </a:rPr>
              <a:t>Team </a:t>
            </a:r>
            <a:r>
              <a:rPr lang="en-US" sz="3600" b="1" dirty="0">
                <a:solidFill>
                  <a:srgbClr val="3C3C3B"/>
                </a:solidFill>
                <a:latin typeface="Arial"/>
                <a:cs typeface="Arial"/>
              </a:rPr>
              <a:t>members: </a:t>
            </a:r>
            <a:r>
              <a:rPr lang="en-US" sz="3600" dirty="0">
                <a:solidFill>
                  <a:srgbClr val="3C3C3B"/>
                </a:solidFill>
                <a:latin typeface="Arial"/>
                <a:cs typeface="Arial"/>
              </a:rPr>
              <a:t>[name], [name], [name]  |  </a:t>
            </a:r>
            <a:r>
              <a:rPr lang="en-US" sz="3600" b="1" dirty="0">
                <a:solidFill>
                  <a:srgbClr val="3C3C3B"/>
                </a:solidFill>
                <a:latin typeface="Arial"/>
                <a:cs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cs typeface="Arial"/>
              </a:rPr>
              <a:t>[name]  |  </a:t>
            </a:r>
            <a:r>
              <a:rPr lang="en-US" sz="3600" b="1" dirty="0">
                <a:solidFill>
                  <a:srgbClr val="3C3C3B"/>
                </a:solidFill>
                <a:latin typeface="Arial"/>
                <a:cs typeface="Arial"/>
              </a:rPr>
              <a:t>Sponsor: </a:t>
            </a:r>
            <a:r>
              <a:rPr lang="en-US" sz="3600" dirty="0">
                <a:solidFill>
                  <a:srgbClr val="3C3C3B"/>
                </a:solidFill>
                <a:latin typeface="Arial"/>
                <a:cs typeface="Arial"/>
              </a:rPr>
              <a:t>[name]  |  </a:t>
            </a:r>
            <a:r>
              <a:rPr lang="en-US" sz="3600" b="1" dirty="0">
                <a:solidFill>
                  <a:srgbClr val="3C3C3B"/>
                </a:solidFill>
                <a:latin typeface="Arial"/>
                <a:cs typeface="Arial"/>
              </a:rPr>
              <a:t>Mentor: </a:t>
            </a:r>
            <a:r>
              <a:rPr lang="en-US" sz="3600" dirty="0">
                <a:solidFill>
                  <a:srgbClr val="3C3C3B"/>
                </a:solidFill>
                <a:latin typeface="Arial"/>
                <a:cs typeface="Arial"/>
              </a:rPr>
              <a:t>[name]</a:t>
            </a:r>
          </a:p>
          <a:p>
            <a:r>
              <a:rPr lang="en-US" sz="4800" dirty="0">
                <a:latin typeface="Arial"/>
                <a:cs typeface="Arial"/>
              </a:rPr>
              <a:t> </a:t>
            </a:r>
            <a:r>
              <a:rPr lang="en-US" sz="4800" b="1" dirty="0">
                <a:latin typeface="Arial"/>
                <a:cs typeface="Arial"/>
              </a:rPr>
              <a:t> 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140755" y="7346374"/>
            <a:ext cx="37609689" cy="0"/>
          </a:xfrm>
          <a:prstGeom prst="line">
            <a:avLst/>
          </a:prstGeom>
          <a:ln>
            <a:solidFill>
              <a:srgbClr val="3C3C3B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222947" y="446934"/>
            <a:ext cx="3801979" cy="11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[number]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9805" y="13378489"/>
            <a:ext cx="36831587" cy="32833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 NOT DELETE, REMOVE OR ADJUST THE BACKGROUND IMAGE (top banner and angle at bottom). IF YOU EDIT THE BACKGROUND IMAGE, IT WILL MAKE THOSE PORTIONS PIXILATED. </a:t>
            </a:r>
          </a:p>
          <a:p>
            <a:pPr algn="ctr"/>
            <a:r>
              <a:rPr lang="en-US" b="1" dirty="0"/>
              <a:t>[Delete this message before starting]</a:t>
            </a:r>
          </a:p>
        </p:txBody>
      </p:sp>
    </p:spTree>
    <p:extLst>
      <p:ext uri="{BB962C8B-B14F-4D97-AF65-F5344CB8AC3E}">
        <p14:creationId xmlns:p14="http://schemas.microsoft.com/office/powerpoint/2010/main" val="11819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86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Corbel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Bob Dahlberg</cp:lastModifiedBy>
  <cp:revision>21</cp:revision>
  <cp:lastPrinted>2020-02-13T13:03:36Z</cp:lastPrinted>
  <dcterms:created xsi:type="dcterms:W3CDTF">2018-02-06T18:12:23Z</dcterms:created>
  <dcterms:modified xsi:type="dcterms:W3CDTF">2023-03-16T20:05:27Z</dcterms:modified>
</cp:coreProperties>
</file>